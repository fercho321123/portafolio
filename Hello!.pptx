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72822" autoAdjust="0"/>
  </p:normalViewPr>
  <p:slideViewPr>
    <p:cSldViewPr snapToGrid="0">
      <p:cViewPr varScale="1">
        <p:scale>
          <a:sx n="56" d="100"/>
          <a:sy n="56" d="100"/>
        </p:scale>
        <p:origin x="14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1C2DC-26AA-4865-B3F0-D398697D17EE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715C8-76E4-43F0-B8B1-E82DD1F0F72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9910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Hi! My name is Fernando, and this is my pet Tamy. 🐶</a:t>
            </a:r>
            <a:br>
              <a:rPr lang="en-US" dirty="0"/>
            </a:br>
            <a:r>
              <a:rPr lang="en-US" dirty="0"/>
              <a:t>We are happy to introduce ourselves!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715C8-76E4-43F0-B8B1-E82DD1F0F720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61467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715C8-76E4-43F0-B8B1-E82DD1F0F720}" type="slidenum">
              <a:rPr lang="es-CO" smtClean="0"/>
              <a:t>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69335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1715C8-76E4-43F0-B8B1-E82DD1F0F720}" type="slidenum">
              <a:rPr lang="es-CO" smtClean="0"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75025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EC7B7-CE0B-321A-DE63-55E84861DA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B2F7E2-1DF0-C555-619D-B37DD72DEE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724825-8409-ED28-5CDE-9C8F479FD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AC2DD1-D6B9-0BEB-734C-2F0ACB18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07E092-B6D8-0823-44AA-5A16E9321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022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9D716-95FB-75A9-47F1-1235B3CD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AC8A71-1EF9-DB64-493A-560F5D217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CF6FC2-DC4A-45F6-D33F-EE7F2A1D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0B645B-91B3-185D-8FCF-38091E6B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B706EF-9A28-D32D-7FD9-2DDD78FE3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863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B0473D-9DB7-C9F1-320E-04AD165E9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A963EA-A6BA-2929-7F45-7D1D8F328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E03F2E-4C44-93FE-F3D0-E2F369E22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EA576E-B322-32E4-F954-FB21E3BB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B5DCE6-102A-D68D-1C41-1C6401DC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9477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A398B-0415-6ABB-6B66-57BA03447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7BA432-C611-6395-8043-895319E2C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5C1DC1-D04B-D2CB-5466-01F35012E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6EBEDA8-75D3-9402-60D7-D319286BE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FA96FA-A18F-1DCB-52F2-8FD697B49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82D856A-86DD-59AD-9AAA-D53E7DAA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0803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A7250-5590-10C8-E666-31A5A8F68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366417-8FA6-491E-D7DF-0C75C2532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EB84CA4-643E-4A1C-F257-3AEB8BA42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C1D2B5C-B0C3-4788-B3D2-3C5AC0637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B20627D-D646-EEDF-0AE0-07D2BE48C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3788BD-1C0E-24BD-A8E7-C1ECDB557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8E638DA-F2CE-1A81-D058-1DC5FB42D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FCF7ECB-8CCC-BFBC-C822-E210139A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5954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4B0772-65ED-9F8A-7375-BA3DECEC0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F826AA6-4603-7A3A-F099-7EEAFE12C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92495F5-0491-1549-EABA-02B3A4514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E429E51-FB0D-D326-563E-30B052F23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447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B0F58CC-67E5-3D3D-CBA4-FB78EC93D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C840936-2DFC-6277-9834-AA67C915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51CF3C8-A2E3-F588-4D9C-50D2DDB31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44300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DFD0C2-6E68-AC54-2A80-D20DA368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B4DC29-BB93-69EF-8A5D-746B92290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A72FFFC-792D-1CE8-23BE-EC13000E96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783B23-B902-CFAC-8911-0B50A94FC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5F04D3-F7BD-83F7-C89B-002251D24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56BF13-A8DB-4F70-0887-9257403E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65178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F5D9C-C303-3428-236B-D550FF085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B705759-1CF0-5073-6244-158713D43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AC6C10-49AA-7C69-29FF-68F2273D0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863DC99-B116-5BAF-32C7-79F5A69EF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7F26AF0-3E87-99F9-791B-A98F98999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BE5383-363A-0330-7BE9-CC06B95F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7082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75587-2FEE-67E5-DCDB-692F8AF51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AF2F05A-B052-E6C7-03D7-77A9A80B5B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E40E5E-597A-9D74-A223-50AC972C9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B07D63B-0DC0-AE12-158D-2C1F59CE1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43F87A-A90B-40FE-CD27-A43A3CBA2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6588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8E91305-228C-74AA-6F71-921555509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E6D82C1-ACA0-9C22-2209-29CB798E3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3F0B31-08D7-F46C-6A55-EBE8B3EF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6F654F-A164-6F96-72DC-F2504F7D5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AF2A25-9903-915C-2525-7347376D1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0212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1D0A6A5-B193-8467-AF0B-6CC19F10F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A4D512-0DBB-6259-6851-B9D72F819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1618B6-6784-C48E-D272-9105A376B9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3608EE-A241-4F90-B263-D50367BFF568}" type="datetimeFigureOut">
              <a:rPr lang="es-CO" smtClean="0"/>
              <a:t>9/06/2025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51A202-1B22-6087-43C3-84B3A9D848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BADC56-7DE4-B262-08FF-CC1F098AB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B4B1F6-A029-4BFF-94F2-9578343B26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394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JImb-nCTibYR1K4C6Pep2BYV6zJO1RQq/view?usp=drive_link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5934AA-9F35-4DC2-BDEF-C88AEF973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3" name="Color Cover">
              <a:extLst>
                <a:ext uri="{FF2B5EF4-FFF2-40B4-BE49-F238E27FC236}">
                  <a16:creationId xmlns:a16="http://schemas.microsoft.com/office/drawing/2014/main" id="{8B2B1708-8CE4-4A20-94F5-55118AE2CB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 Cover">
              <a:extLst>
                <a:ext uri="{FF2B5EF4-FFF2-40B4-BE49-F238E27FC236}">
                  <a16:creationId xmlns:a16="http://schemas.microsoft.com/office/drawing/2014/main" id="{B2BC243A-AB39-4DEF-B708-A656BA5A6B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5590E9-5E18-4877-8515-94EBE05E1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8B4AF456-0671-432E-AD5B-FFAF8D6461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Color">
              <a:extLst>
                <a:ext uri="{FF2B5EF4-FFF2-40B4-BE49-F238E27FC236}">
                  <a16:creationId xmlns:a16="http://schemas.microsoft.com/office/drawing/2014/main" id="{3CE7848D-78F7-4020-9603-9ED294166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E45EBF74-B731-8EE5-E0F0-A5737C071F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57" r="-3" b="6316"/>
          <a:stretch>
            <a:fillRect/>
          </a:stretch>
        </p:blipFill>
        <p:spPr>
          <a:xfrm>
            <a:off x="7082810" y="841663"/>
            <a:ext cx="4166151" cy="5185923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5CA0097F-05D8-41AA-ABF9-33C69879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0" y="0"/>
            <a:chExt cx="12188952" cy="6858000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662F899-4295-416F-919F-934ED76978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55A3F4B-68DC-4F36-BCE6-C507ACC53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483BE2D-C85A-4DE3-A6F4-AE65BB3EF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4C550A-7A80-4B73-B7BF-7426DD1C3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D956BA8-D252-430A-9E58-C7F3D1AC9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5345BF4-9F1D-4388-A778-56FAE2C42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22B00E1-8709-469F-A9F4-F974D3FED6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BBE6268-8EEE-93A7-BD10-8477C9667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644" y="841664"/>
            <a:ext cx="5203990" cy="2782723"/>
          </a:xfrm>
        </p:spPr>
        <p:txBody>
          <a:bodyPr anchor="b">
            <a:normAutofit/>
          </a:bodyPr>
          <a:lstStyle/>
          <a:p>
            <a:pPr algn="l"/>
            <a:r>
              <a:rPr lang="es-CO" sz="4800" b="1" dirty="0">
                <a:solidFill>
                  <a:schemeClr val="bg1"/>
                </a:solidFill>
              </a:rPr>
              <a:t>Hello!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31AB91-AAD8-E4DB-F626-FFB5B9DEA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3039" y="3741823"/>
            <a:ext cx="5203990" cy="2374078"/>
          </a:xfrm>
        </p:spPr>
        <p:txBody>
          <a:bodyPr anchor="t">
            <a:normAutofit fontScale="92500" lnSpcReduction="20000"/>
          </a:bodyPr>
          <a:lstStyle/>
          <a:p>
            <a:pPr algn="l"/>
            <a:r>
              <a:rPr lang="es-CO" dirty="0">
                <a:solidFill>
                  <a:schemeClr val="bg1"/>
                </a:solidFill>
              </a:rPr>
              <a:t>Brayan Fernando Jiménez Murcia</a:t>
            </a:r>
          </a:p>
          <a:p>
            <a:pPr algn="l"/>
            <a:r>
              <a:rPr lang="es-CO" dirty="0">
                <a:solidFill>
                  <a:schemeClr val="bg1"/>
                </a:solidFill>
              </a:rPr>
              <a:t>And</a:t>
            </a:r>
          </a:p>
          <a:p>
            <a:pPr algn="l"/>
            <a:r>
              <a:rPr lang="es-CO" dirty="0">
                <a:solidFill>
                  <a:schemeClr val="bg1"/>
                </a:solidFill>
              </a:rPr>
              <a:t>Tamy</a:t>
            </a:r>
          </a:p>
          <a:p>
            <a:pPr algn="l"/>
            <a:r>
              <a:rPr lang="es-CO" dirty="0">
                <a:solidFill>
                  <a:schemeClr val="bg1"/>
                </a:solidFill>
              </a:rPr>
              <a:t>Video:</a:t>
            </a:r>
          </a:p>
          <a:p>
            <a:pPr algn="l"/>
            <a:r>
              <a:rPr lang="es-CO" dirty="0">
                <a:solidFill>
                  <a:schemeClr val="bg1"/>
                </a:solidFill>
                <a:hlinkClick r:id="rId4"/>
              </a:rPr>
              <a:t>https://drive.google.com/file/d/1JImb-nCTibYR1K4C6Pep2BYV6zJO1RQq/view?usp=drive_link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549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19B4861-E23B-50E4-6CC8-C9762F47D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CO" sz="5400" b="1"/>
              <a:t>Meet Tamy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794258-E15C-A052-5330-7919635F86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b="1"/>
              <a:t>Tamy is 6 months old.</a:t>
            </a:r>
            <a:br>
              <a:rPr lang="en-US" sz="2200" b="1"/>
            </a:br>
            <a:r>
              <a:rPr lang="en-US" sz="2200" b="1"/>
              <a:t>She lives and sleeps with me.</a:t>
            </a:r>
            <a:endParaRPr lang="es-CO" sz="2200" b="1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0EB841B-00C5-20CD-460D-16EE3C10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28" b="14059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43022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2232184-B462-F163-C284-21878C74D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CO" sz="5400" b="1"/>
              <a:t>Our Story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0BE80D-DD4C-5E56-CE4E-C7CB5752E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2200" b="1"/>
              <a:t>I adopted her when she was 2 months old.</a:t>
            </a:r>
            <a:br>
              <a:rPr lang="en-US" sz="2200" b="1"/>
            </a:br>
            <a:r>
              <a:rPr lang="en-US" sz="2200" b="1"/>
              <a:t>It has been a difficult but beautiful journey. ❤️</a:t>
            </a:r>
            <a:br>
              <a:rPr lang="en-US" sz="2200" b="1"/>
            </a:br>
            <a:r>
              <a:rPr lang="en-US" sz="2200" b="1"/>
              <a:t>Sometimes she makes a mess, but I still love her.</a:t>
            </a:r>
            <a:endParaRPr lang="es-CO" sz="2200" b="1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D9EDBC4-8776-8E10-4181-19CAD42802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41" r="-1" b="1808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849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2C95B2-3647-6CA5-5E88-1875FC4A2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s-CO" sz="5400" b="1"/>
              <a:t>What Tamy Loves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541730F-48D4-6E80-212F-D2F6549651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84" r="486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D80A2D-7497-23F0-37FC-00DE0A6B6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2200" b="1"/>
              <a:t>Most of the time, she is either sleeping...</a:t>
            </a:r>
            <a:br>
              <a:rPr lang="en-US" sz="2200" b="1"/>
            </a:br>
            <a:r>
              <a:rPr lang="en-US" sz="2200" b="1"/>
              <a:t>or running all around the house! 🏃‍♀️💨</a:t>
            </a:r>
            <a:br>
              <a:rPr lang="en-US" sz="2200" b="1"/>
            </a:br>
            <a:r>
              <a:rPr lang="en-US" sz="2200" b="1"/>
              <a:t>She is very loving and full of energy.</a:t>
            </a:r>
            <a:endParaRPr lang="es-CO" sz="2200" b="1"/>
          </a:p>
        </p:txBody>
      </p:sp>
    </p:spTree>
    <p:extLst>
      <p:ext uri="{BB962C8B-B14F-4D97-AF65-F5344CB8AC3E}">
        <p14:creationId xmlns:p14="http://schemas.microsoft.com/office/powerpoint/2010/main" val="1348584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6A4032E-F1E6-A08C-8881-D918E8CE6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57715" y="467271"/>
            <a:ext cx="4195674" cy="2052522"/>
          </a:xfrm>
        </p:spPr>
        <p:txBody>
          <a:bodyPr anchor="b">
            <a:normAutofit/>
          </a:bodyPr>
          <a:lstStyle/>
          <a:p>
            <a:r>
              <a:rPr lang="es-CO" sz="5600" b="1"/>
              <a:t>Why I Chose Tamy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C7CD978-3DBA-46FB-260B-79F36CB5FC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41" r="2" b="14161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14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DBBB03-925A-F83B-8B8C-0E4D628C9D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57715" y="2990818"/>
            <a:ext cx="4195673" cy="2913872"/>
          </a:xfrm>
        </p:spPr>
        <p:txBody>
          <a:bodyPr anchor="t">
            <a:normAutofit/>
          </a:bodyPr>
          <a:lstStyle/>
          <a:p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I always wanted a loyal pet to keep me company.</a:t>
            </a:r>
            <a:br>
              <a:rPr lang="en-US" sz="2000" b="1">
                <a:solidFill>
                  <a:schemeClr val="tx1">
                    <a:alpha val="80000"/>
                  </a:schemeClr>
                </a:solidFill>
              </a:rPr>
            </a:br>
            <a:r>
              <a:rPr lang="en-US" sz="2000" b="1">
                <a:solidFill>
                  <a:schemeClr val="tx1">
                    <a:alpha val="80000"/>
                  </a:schemeClr>
                </a:solidFill>
              </a:rPr>
              <a:t>Tamy is very affectionate, and I hope to have her for many years. 🐾💕</a:t>
            </a:r>
            <a:endParaRPr lang="es-CO" sz="2000" b="1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8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20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6101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173</Words>
  <Application>Microsoft Office PowerPoint</Application>
  <PresentationFormat>Panorámica</PresentationFormat>
  <Paragraphs>18</Paragraphs>
  <Slides>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Hello!</vt:lpstr>
      <vt:lpstr>Meet Tamy</vt:lpstr>
      <vt:lpstr>Our Story</vt:lpstr>
      <vt:lpstr>What Tamy Loves</vt:lpstr>
      <vt:lpstr>Why I Chose Tamy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BRAYAN FERNANDO JIMENEZ MURCIA</dc:creator>
  <cp:lastModifiedBy>BRAYAN FERNANDO JIMENEZ MURCIA</cp:lastModifiedBy>
  <cp:revision>2</cp:revision>
  <dcterms:created xsi:type="dcterms:W3CDTF">2025-06-10T02:14:44Z</dcterms:created>
  <dcterms:modified xsi:type="dcterms:W3CDTF">2025-06-10T03:27:47Z</dcterms:modified>
</cp:coreProperties>
</file>